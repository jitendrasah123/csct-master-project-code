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Analysing the Impact of Inflation on Grocery Spending Habits in the UK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UK inflation has sharply increased food prices post-Brexit, COVID-19, and Ukraine conflict.</a:t>
            </a:r>
          </a:p>
          <a:p>
            <a:pPr>
              <a:defRPr sz="2000"/>
            </a:pPr>
            <a:r>
              <a:t>Grocery shopping reflects consumer response to financial stress.</a:t>
            </a:r>
          </a:p>
          <a:p>
            <a:pPr>
              <a:defRPr sz="2000"/>
            </a:pPr>
            <a:r>
              <a:t>Study explores how inflation changed buying behaviour.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Examine how inflation influences grocery spending habits in the UK.</a:t>
            </a:r>
          </a:p>
          <a:p>
            <a:pPr>
              <a:defRPr sz="2000"/>
            </a:pPr>
            <a:r>
              <a:t>Provide insights for policymakers, retailers, and researchers.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Focus: UK households (2020–2024).</a:t>
            </a:r>
          </a:p>
          <a:p>
            <a:pPr>
              <a:defRPr sz="2000"/>
            </a:pPr>
            <a:r>
              <a:t>Covers budgets, shopping frequency, brand choice, and retailer preference.</a:t>
            </a:r>
          </a:p>
          <a:p>
            <a:pPr>
              <a:defRPr sz="2000"/>
            </a:pPr>
            <a:r>
              <a:t>Analyses differences by income, household size, and region.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Identify spending shifts due to inflation.</a:t>
            </a:r>
          </a:p>
          <a:p>
            <a:pPr>
              <a:defRPr sz="2000"/>
            </a:pPr>
            <a:r>
              <a:t>Examine substitution from branded to budget products.</a:t>
            </a:r>
          </a:p>
          <a:p>
            <a:pPr>
              <a:defRPr sz="2000"/>
            </a:pPr>
            <a:r>
              <a:t>Assess behavioural and psychological coping strategies.</a:t>
            </a:r>
          </a:p>
          <a:p>
            <a:pPr>
              <a:defRPr sz="2000"/>
            </a:pPr>
            <a:r>
              <a:t>Analyse demographic differences in response to inflation.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How does inflation affect grocery budgets?</a:t>
            </a:r>
          </a:p>
          <a:p>
            <a:pPr>
              <a:defRPr sz="2000"/>
            </a:pPr>
            <a:r>
              <a:t>What behavioural changes are observed?</a:t>
            </a:r>
          </a:p>
          <a:p>
            <a:pPr>
              <a:defRPr sz="2000"/>
            </a:pPr>
            <a:r>
              <a:t>Who is most affected?</a:t>
            </a:r>
          </a:p>
          <a:p>
            <a:pPr>
              <a:defRPr sz="2000"/>
            </a:pPr>
            <a:r>
              <a:t>What responses are needed from retail and policy sectors?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Quantitative: ONS data, CPI trends, household expenditure.</a:t>
            </a:r>
          </a:p>
          <a:p>
            <a:pPr>
              <a:defRPr sz="2000"/>
            </a:pPr>
            <a:r>
              <a:t>Qualitative: Surveys and interviews.</a:t>
            </a:r>
          </a:p>
          <a:p>
            <a:pPr>
              <a:defRPr sz="2000"/>
            </a:pPr>
            <a:r>
              <a:t>Analysis: Descriptive stats, regression models, thematic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Inflation reduces real income, affecting food spending.</a:t>
            </a:r>
          </a:p>
          <a:p>
            <a:pPr>
              <a:defRPr sz="2000"/>
            </a:pPr>
            <a:r>
              <a:t>Rise in discount retailer use and own-brand purchases.</a:t>
            </a:r>
          </a:p>
          <a:p>
            <a:pPr>
              <a:defRPr sz="2000"/>
            </a:pPr>
            <a:r>
              <a:t>Low-income groups most affected.</a:t>
            </a:r>
          </a:p>
          <a:p>
            <a:pPr>
              <a:defRPr sz="2000"/>
            </a:pPr>
            <a:r>
              <a:t>Few UK-specific studies with mixed methods.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Analysis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Grocery bills rose 15–20% since 2021.</a:t>
            </a:r>
          </a:p>
          <a:p>
            <a:pPr>
              <a:defRPr sz="2000"/>
            </a:pPr>
            <a:r>
              <a:t>Brand switching and discount store usage increased.</a:t>
            </a:r>
          </a:p>
          <a:p>
            <a:pPr>
              <a:defRPr sz="2000"/>
            </a:pPr>
            <a:r>
              <a:t>Meal planning, bulk buying, and food affordability stress are common.</a:t>
            </a:r>
          </a:p>
          <a:p>
            <a:pPr>
              <a:defRPr sz="2000"/>
            </a:pPr>
            <a:r>
              <a:t>Regression shows inflation lowers product variety/quality for low-income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Working model linking inflation and grocery behaviour.</a:t>
            </a:r>
          </a:p>
          <a:p>
            <a:pPr>
              <a:defRPr sz="2000"/>
            </a:pPr>
            <a:r>
              <a:t>Supports retail and policy planning.</a:t>
            </a:r>
          </a:p>
          <a:p>
            <a:pPr>
              <a:defRPr sz="2000"/>
            </a:pPr>
            <a:r>
              <a:t>Insights into spending adaptations by income group.</a:t>
            </a:r>
          </a:p>
          <a:p>
            <a:pPr>
              <a:defRPr sz="2000"/>
            </a:pPr>
            <a:r>
              <a:t>Contribution to UK cost-of-living research.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Inflation significantly changed UK grocery spending habits.</a:t>
            </a:r>
          </a:p>
          <a:p>
            <a:pPr>
              <a:defRPr sz="2000"/>
            </a:pPr>
            <a:r>
              <a:t>Affordability prioritized over brand loyalty.</a:t>
            </a:r>
          </a:p>
          <a:p>
            <a:pPr>
              <a:defRPr sz="2000"/>
            </a:pPr>
            <a:r>
              <a:t>Lower-income groups most impacted.</a:t>
            </a:r>
          </a:p>
          <a:p>
            <a:pPr>
              <a:defRPr sz="2000"/>
            </a:pPr>
            <a:r>
              <a:t>Retailers and policymakers can act based on findings.</a:t>
            </a:r>
          </a:p>
          <a:p>
            <a:pPr>
              <a:defRPr sz="2000"/>
            </a:pPr>
            <a:r>
              <a:t>Enables preparedness for future inflation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